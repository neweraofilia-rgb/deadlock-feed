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Музеи промышленной культуры России</dc:title>
  <dc:subject>Завод как музей — 12 уникальных слайдов</dc:subject>
  <dc:creator>Зинов Илья</dc:creator>
  <cp:keywords/>
  <dc:description>10 «Б» класс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